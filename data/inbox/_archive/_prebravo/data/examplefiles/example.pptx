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128BCC-E209-484F-A8CD-5C2F8DA8B709}" v="2" dt="2019-09-05T01:18:06.5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51" y="4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Stein" userId="bb9d25f3-d9ca-4e5a-966c-54a86d9208da" providerId="ADAL" clId="{96128BCC-E209-484F-A8CD-5C2F8DA8B709}"/>
    <pc:docChg chg="addSld modSld">
      <pc:chgData name="Adam Stein" userId="bb9d25f3-d9ca-4e5a-966c-54a86d9208da" providerId="ADAL" clId="{96128BCC-E209-484F-A8CD-5C2F8DA8B709}" dt="2019-09-05T01:18:11.051" v="3" actId="962"/>
      <pc:docMkLst>
        <pc:docMk/>
      </pc:docMkLst>
      <pc:sldChg chg="addSp modSp add">
        <pc:chgData name="Adam Stein" userId="bb9d25f3-d9ca-4e5a-966c-54a86d9208da" providerId="ADAL" clId="{96128BCC-E209-484F-A8CD-5C2F8DA8B709}" dt="2019-09-05T01:18:11.051" v="3" actId="962"/>
        <pc:sldMkLst>
          <pc:docMk/>
          <pc:sldMk cId="4157250908" sldId="256"/>
        </pc:sldMkLst>
        <pc:picChg chg="add mod">
          <ac:chgData name="Adam Stein" userId="bb9d25f3-d9ca-4e5a-966c-54a86d9208da" providerId="ADAL" clId="{96128BCC-E209-484F-A8CD-5C2F8DA8B709}" dt="2019-09-05T01:18:11.051" v="3" actId="962"/>
          <ac:picMkLst>
            <pc:docMk/>
            <pc:sldMk cId="4157250908" sldId="256"/>
            <ac:picMk id="5" creationId="{B264E08D-AA22-497B-88AC-DE86D632BA0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FCDB4-C293-4C75-B95C-DC452C20D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24A8B8-34A9-42FC-BBE4-789CFEF8E5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1D934-2E2C-4F78-80AE-582CA4F25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359CE-F8FE-4F38-BB9E-A6717F15B70C}" type="datetimeFigureOut">
              <a:rPr lang="en-AU" smtClean="0"/>
              <a:t>5/09/2019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58BE9-0A49-49F0-B3AC-0BC6DF69C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30D40-F1A2-453E-B277-6242157D8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35BB2-AFA1-47B8-8117-B017F675EE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568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AF8BF-D887-44F7-905F-6BDCA80B0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4153C-D050-4864-B491-0F391C3F9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1DF66-C7A8-4482-AC46-EBFE6E7AF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359CE-F8FE-4F38-BB9E-A6717F15B70C}" type="datetimeFigureOut">
              <a:rPr lang="en-AU" smtClean="0"/>
              <a:t>5/09/2019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119CB-9373-4086-BE9D-14CAD4D15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FF39D-D5AD-4AAA-9275-926190DA2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35BB2-AFA1-47B8-8117-B017F675EE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6307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84B71-95AA-4121-92F9-89A860708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CC96-E6E1-4131-9B5C-740BD8A3A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DE6B9-8C83-476A-B54F-64774B561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359CE-F8FE-4F38-BB9E-A6717F15B70C}" type="datetimeFigureOut">
              <a:rPr lang="en-AU" smtClean="0"/>
              <a:t>5/09/2019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C6FD6-0723-4A13-A1A2-57073CDC0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7B328-62D5-427F-BAD6-71B4EC539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35BB2-AFA1-47B8-8117-B017F675EE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9558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4BDA1-77B7-4702-A8CB-95C4A8553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E0901-6EC3-44B6-B194-569CB6A01C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0C1B9C-1288-4668-9ECE-83248BE5D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5A90B-EBEE-4209-8576-E367B98D6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359CE-F8FE-4F38-BB9E-A6717F15B70C}" type="datetimeFigureOut">
              <a:rPr lang="en-AU" smtClean="0"/>
              <a:t>5/09/2019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845730-4D2A-4783-A96F-FAE9B1EC3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967F0-5BCC-4ECB-AD2C-FD1398881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35BB2-AFA1-47B8-8117-B017F675EE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1922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D5687-196D-44BB-B47C-55F682F06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87849-28DB-4A7B-B8E3-995CAA98F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F90B3-067F-4E87-B9D1-DE1A34AD81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158B3-BE6C-46B4-8A8E-4D7939D50C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952C54-9CBB-484C-8E47-371F937607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049D0C-C32D-4F4D-8CB6-6ACEC600D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359CE-F8FE-4F38-BB9E-A6717F15B70C}" type="datetimeFigureOut">
              <a:rPr lang="en-AU" smtClean="0"/>
              <a:t>5/09/2019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170AF6-EB73-47BF-8C8F-83E6EF23E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FE5CC5-499D-465C-A3FD-75A0150BF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35BB2-AFA1-47B8-8117-B017F675EE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7180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BEEDD-B74E-4C77-BB5C-9E5D19F7A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C7177F-0646-479F-9E2E-618EE52BB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359CE-F8FE-4F38-BB9E-A6717F15B70C}" type="datetimeFigureOut">
              <a:rPr lang="en-AU" smtClean="0"/>
              <a:t>5/09/2019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279EF6-AC9A-409E-8592-93F850ED0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E633B3-A6B2-47FD-B3B4-3CA466A5A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35BB2-AFA1-47B8-8117-B017F675EE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453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9F534E-24D9-4D5D-A2AC-AA0E057A3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359CE-F8FE-4F38-BB9E-A6717F15B70C}" type="datetimeFigureOut">
              <a:rPr lang="en-AU" smtClean="0"/>
              <a:t>5/09/2019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ADDFE5-416C-40B9-B477-1F3D3D0A1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1710F-206F-476B-8A81-50E794AF8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35BB2-AFA1-47B8-8117-B017F675EE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9455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4E557-E665-4C8E-AB53-D492C8E22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06AFA-B94D-4E43-AE52-8347D716D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58B4A-BA91-40E0-AD1F-FAF5C3AD5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EAA465-2109-4605-9D6E-CF45AFF4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359CE-F8FE-4F38-BB9E-A6717F15B70C}" type="datetimeFigureOut">
              <a:rPr lang="en-AU" smtClean="0"/>
              <a:t>5/09/2019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D2D2E-580F-4278-8919-4BA327EA4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D4DFF-834A-4779-A580-9FC9C57AE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35BB2-AFA1-47B8-8117-B017F675EE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7911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9436A-FFC9-47DA-AA43-F7C3B904F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8B84F4-5879-4537-A0F7-A61F6A2F8E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5CEE0-A450-4891-B744-B1D3795E10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BFCF98-C3D2-4BFD-8259-9A5B42D9F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359CE-F8FE-4F38-BB9E-A6717F15B70C}" type="datetimeFigureOut">
              <a:rPr lang="en-AU" smtClean="0"/>
              <a:t>5/09/2019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D782A-C325-49A5-B75F-DD3890134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5FC20-501B-4E08-BEE6-6F312254E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35BB2-AFA1-47B8-8117-B017F675EE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7543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99DF-2DC9-4F7B-8094-57C993417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68DB3D-3A40-45F3-9558-037F13F231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4DFBB-EC91-4D8B-A00A-1F2A02EA8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359CE-F8FE-4F38-BB9E-A6717F15B70C}" type="datetimeFigureOut">
              <a:rPr lang="en-AU" smtClean="0"/>
              <a:t>5/09/2019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E4765-F4D5-4D78-A77E-89DB83BCA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86B55-D8CE-4CBF-AE05-199B01CC0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35BB2-AFA1-47B8-8117-B017F675EE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522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D13270-96A3-4778-B724-A13A615535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94B2CB-73CB-4A0F-9AA8-39F3E642C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C5A06-29BB-4803-AB8B-F9AD52D60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359CE-F8FE-4F38-BB9E-A6717F15B70C}" type="datetimeFigureOut">
              <a:rPr lang="en-AU" smtClean="0"/>
              <a:t>5/09/2019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00605-6058-44D3-86BB-0C6EC3F96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C05A6-5548-4CD3-8C28-ABFF104D5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35BB2-AFA1-47B8-8117-B017F675EE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2571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B3B0DF-A157-4BFF-84DC-A82FA3D10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A894D-3795-485B-940A-5FD522E5C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6805D-9B1C-4F44-BF76-1E205508A7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359CE-F8FE-4F38-BB9E-A6717F15B70C}" type="datetimeFigureOut">
              <a:rPr lang="en-AU" smtClean="0"/>
              <a:t>5/09/2019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5B8FF-05E9-4A0E-A9D1-6472AA4F46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D8DDD-732B-4B3D-B85C-F02301278B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035BB2-AFA1-47B8-8117-B017F675EE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257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19E1A-C1DA-4C20-ACD2-D99B625B16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48B501-D4C1-40E7-97C1-8915FD1653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Picture 4" descr="A close up of a keyboard&#10;&#10;Description automatically generated">
            <a:extLst>
              <a:ext uri="{FF2B5EF4-FFF2-40B4-BE49-F238E27FC236}">
                <a16:creationId xmlns:a16="http://schemas.microsoft.com/office/drawing/2014/main" id="{B264E08D-AA22-497B-88AC-DE86D632BA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668" y="1523566"/>
            <a:ext cx="8180664" cy="381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250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Adam Stein</dc:creator>
  <cp:lastModifiedBy>Adam Stein</cp:lastModifiedBy>
  <cp:revision>1</cp:revision>
  <dcterms:created xsi:type="dcterms:W3CDTF">2019-09-05T01:17:57Z</dcterms:created>
  <dcterms:modified xsi:type="dcterms:W3CDTF">2019-09-05T01:24:57Z</dcterms:modified>
</cp:coreProperties>
</file>